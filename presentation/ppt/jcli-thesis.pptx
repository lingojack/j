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右边这几张叠起来的图是项目的仓库和演示站点，都是开源的。鼠标点上去能直接跳过去。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System Prompt 是上下文治理的第三层保障。System Prompt 的尾部会根据当前状态动态追加信息——后台任务在跑、有 Teammate 存在、TODO 很久没更新了、有交互式 Session 在进行。即使这些事件的原始上下文已经被压缩掉了，Agent 仍然能感知到它们。</a:t>
            </a:r>
          </a:p>
          <a:p/>
          <a:p>
            <a:r>
              <a:t>下一页会展示三重保障组合后的实测效果。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第三部分讲工具体系。设计哲学是渐进增强：从最基础的工具开始，每个新工具解决一个具体问题。</a:t>
            </a:r>
          </a:p>
          <a:p/>
          <a:p>
            <a:r>
              <a:t>最小 Agent只需要 4 个工具：Read、Write、Bash、LoadSkill。理论上能工作了——能读文件、写文件、执行命令。但实际上远远不够。</a:t>
            </a:r>
          </a:p>
          <a:p/>
          <a:p>
            <a:r>
              <a:t>面对未知项目，Agent 只能 Bash grep，匹配质量不稳定；用户需求模糊，Agent 盲目执行容易漂移；LLM 没想清楚就开始改，改一处忘一处；长任务跑着跑着忘记目标。每个增强工具都是为了解决一个这样的问题。</a:t>
            </a:r>
          </a:p>
          <a:p/>
          <a:p>
            <a:r>
              <a:t>右边三层架构图，基础层就是最小 Agent，增强层每个工具下方是一句话动机。接下来的页面展开讲 Plan、Edit、执行三态、TodoWrite 这些关键工具。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这一页讲三个紧密相关的机制：Plan、审批、Edit。</a:t>
            </a:r>
          </a:p>
          <a:p/>
          <a:p>
            <a:r>
              <a:t>Plan解决 LLM 边想边改的问题。进入 Plan 模式后工具集被限制为只读，Agent 只能调研不能改代码。调研完后制定自包含执行计划，用户审批。关键操作是清空上下文——把几十 K 的调研结果全丢掉，只留 plan.md。</a:t>
            </a:r>
          </a:p>
          <a:p/>
          <a:p>
            <a:r>
              <a:t>审批三选项：① 批准 ② 批准并清空上下文（推荐）③ 驳回。推荐选项 ②，因为调研阶段的信息对执行阶段是噪音——窗口从 65% 回到 12%。</a:t>
            </a:r>
          </a:p>
          <a:p/>
          <a:p>
            <a:r>
              <a:t>Edit解决 Write 的粗粒度问题。Write 要全文覆写，Edit 只需要指定"把这段旧字符串替换成这段新字符串"，精确、高效。右下方对比图：Write 是 500 行全发，Edit 只发匹配和替换的两小段。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这里只介绍了消息通信的设计。Agent Loop 长时序异步导致的重复消息问题，以及 SendMessage Gate 的解决方案，在下一个实验页（轮流报数）中通过实验 → 问题 → 机制 → 结果的顺序详述。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这个实验本来是为了验证消息传递与唤醒。两个 Teammate 轮流报递增数字，仅通过 SendMessage 沟通。</a:t>
            </a:r>
          </a:p>
          <a:p/>
          <a:p>
            <a:r>
              <a:t>但实验中暴露了核心问题——过期快照导致重复消息。1 号 Agent 进入循环时，信箱快照里 2 号的 "2" 还没到达，1 号只看到 [1]，就催促 2 号报 2。2 号收到催促后重复报 2——对外不一致。</a:t>
            </a:r>
          </a:p>
          <a:p/>
          <a:p>
            <a:r>
              <a:t>根本原因是 Agent Loop 长时序异步：发完 SendMessage 不原地等确认，下一轮基于过期快照决策。下一页讲怎么解决。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解决方案——二阶段提交 Gate。Agent 调 SendMessage 前，先检查 broadcast_inbox 有没有未读消息。如果有，hold 住，注入 system_reminder 让 Agent 重新决策。信箱从并行切换到串行化模式，Agent 可以看到最新消息后 commit 或重新决策。最多重试 2 次。</a:t>
            </a:r>
          </a:p>
          <a:p/>
          <a:p>
            <a:r>
              <a:t>右边时序图展示了解决后的流程——1 号欲报 3 时被 Gate 拦截，看到 [1,2]，确认报 3，对外一致。</a:t>
            </a:r>
          </a:p>
          <a:p/>
          <a:p>
            <a:r>
              <a:t>实测结果：10 个数字全部正确报出，顺序错误 0，唤醒失败 0，人工干预 0。SendMessage 调用 16 次（含 Gate 触发的二次确认），证明机制有效。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先讲设计初衷——为什么要做 jen。复杂业务软件里有很多"机械代码"，PO/DTO/VO/DAO 这些，业务含量有限，但跟字段命名、类型映射强相关。LLM 逐字生成容易字段漂移、前后端不一致。</a:t>
            </a:r>
          </a:p>
          <a:p/>
          <a:p>
            <a:r>
              <a:t>核心思路是互补而非替代——LLM 擅长需求理解和流程调度，模板生成器擅长确定性输出。Agent 只负责准备 schema 和验收结果，不逐字写模板代码。</a:t>
            </a:r>
          </a:p>
          <a:p/>
          <a:p>
            <a:r>
              <a:t>自研 parser 的原因是需要精确提取索引语义——主键、唯一索引、普通索引分别能派生什么查询方法。通用 parser 的 AST 里这些信息是隐式的，必须自己走一遍。</a:t>
            </a:r>
          </a:p>
          <a:p/>
          <a:p>
            <a:r>
              <a:t>最终产物的关键是按索引派生方法。这是 LLM 直写最容易漏的环节——51 张表实测 26 个索引 LLM 漏了 4 个。下一页看实测数据。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的实测数据。先说验证方式——51 张表，同一份 schema，局部对照。</a:t>
            </a:r>
          </a:p>
          <a:p/>
          <a:p>
            <a:r>
              <a:t>关键发现：不只是更快，而是过程成本和字段精度有本质差异。LLM 直写需要反复在字段对齐、DAO 方法补全、编译修复之间切换——长上下文维护本身成为主要负担。67 次 compact 说明 51 张表已把上下文撑爆。</a:t>
            </a:r>
          </a:p>
          <a:p/>
          <a:p>
            <a:r>
              <a:t>11 个字段遗漏和 4 个索引方法缺失不是随机错误，而是长链路推理的系统性风险——写到第 30 张表时，Agent 已经忘了第 5 张表有哪些唯一索引。jen 以 schema 为唯一事实源，从根本上消除这类漂移。</a:t>
            </a:r>
          </a:p>
          <a:p/>
          <a:p>
            <a:r>
              <a:t>结论：确定性生成器的价值不是替代 Agent 全部能力，而是把规则稳定、易字段漂移的部分剥离出 LLM 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gradiation_artifact_demo——用 j-cli 配合 webapp-gen 和 jen 两个 skill 真实生成出来的电商 Web App。下一页展示实际界面。三环境矩阵验收全部通过，算是整套工具链的端到端验证。</a:t>
            </a:r>
          </a:p>
          <a:p/>
          <a:p>
            <a:r>
              <a:t>三个仓库都是开源的，MIT 协议。欢迎大家访问、star、提 issue 或者 PR。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j-cli 配合 webapp-gen 和 jen 两个 skill 真实生成出来的电商 Web App——gradiation_artifact_demo。</a:t>
            </a:r>
          </a:p>
          <a:p/>
          <a:p>
            <a:r>
              <a:t>六张截图展示了完整的用户流程：商品列表、商品详情、购物车、订单创建、订单列表、订单详情。</a:t>
            </a:r>
          </a:p>
          <a:p/>
          <a:p>
            <a:r>
              <a:t>技术栈是 React 前端 + Go 后端 + GORM ORM + Podman 容器化。三环境矩阵验收全部通过——本地开发环境、测试环境、生产环境。</a:t>
            </a:r>
          </a:p>
          <a:p/>
          <a:p>
            <a:r>
              <a:t>这算是整套工具链的端到端验证——从需求描述到完整可运行的 Web App，全程由 j-cli 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精确替换、执行三态自动流转处理交互式命令、TodoWrite 防遗忘、Hook 14 事件守规范。</a:t>
            </a:r>
          </a:p>
          <a:p/>
          <a:p>
            <a:r>
              <a:t>③ 多 Agent 协作试验——这是这次重点重写的部分。三个实验从简到难：轮流报数验证消息层、续写接龙验证共享上下文、协作开发验证工程闭环。三组数字都在论文表里——100%、13/13、45/45。SendMessage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