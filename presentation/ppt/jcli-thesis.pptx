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右边这三张叠起来的图是项目的三个仓库 + 演示站点，都是开源的。鼠标点上去能直接跳过去。</a:t>
            </a:r>
          </a:p>
          <a:p/>
          <a:p>
            <a:r>
              <a:t>下一页我会从最朴素的问题讲起：为什么要做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现在进入第二部分，整个项目最核心的设计——上下文窗口治理。</a:t>
            </a:r>
          </a:p>
          <a:p/>
          <a:p>
            <a:r>
              <a:t>问题很直接：LLM 的上下文窗口有硬上限，比如 128K tokens。但 Agent 执行一次复杂任务，可能要调用几十次工具，每次工具返回的结果都会往窗口里塞内容。窗口一满，早期的关键信息就丢了。</a:t>
            </a:r>
          </a:p>
          <a:p/>
          <a:p>
            <a:r>
              <a:t>信息丢了会怎样？Agent 开始幻觉——编造不存在的函数名；开始重复操作——又去读一遍已经读过的文件；开始忘记目标——用户让它改 A，它改到一半跑去改 B。</a:t>
            </a:r>
          </a:p>
          <a:p/>
          <a:p>
            <a:r>
              <a:t>怎么解决？我设计了一套分级消息窗口 + 滚动窗口的机制。核心思想很像推荐系统——窗口空间有限，我们把最有价值的信息优先塞进去。什么是高价值的？用户消息、Agent 的决策信息、Plan 计划文档——这些是指导方向的。什么是低价值的？工具执行的中间过程、大段文件内容——这些信息随着轮次推进，价值快速衰减。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给大家直观感受一下，不治理会发生什么。这是我跑一个真实任务的窗口占用变化。</a:t>
            </a:r>
          </a:p>
          <a:p/>
          <a:p>
            <a:r>
              <a:t>第一轮，刚发完用户需求，窗口才 18%——风平浪静。第二轮，Agent 用 Glob 扫了项目结构，又 Read 了几个主文件，已经到 38%。</a:t>
            </a:r>
          </a:p>
          <a:p/>
          <a:p>
            <a:r>
              <a:t>第三轮是关键转折——Agent 开始大量 Grep 搜索 + 读相关文件，因为它要建立项目理解。每个 Read 都是几千个 token，五个文件就是上万。窗口冲到 62%。</a:t>
            </a:r>
          </a:p>
          <a:p/>
          <a:p>
            <a:r>
              <a:t>第四轮跑了 cargo build，编译错误日志几百行，Edit 又产生了 diff，已经 84%。</a:t>
            </a:r>
          </a:p>
          <a:p/>
          <a:p>
            <a:r>
              <a:t>第五轮，97% ——这是危险区。Agent 开始幻觉，开始重复读已经读过的文件，开始忘记最初的需求。</a:t>
            </a:r>
          </a:p>
          <a:p/>
          <a:p>
            <a:r>
              <a:t>这时候我们的 auto compact 触发——把对话历史总结成精简摘要，清空窗口重写。窗口回到 34%，关键决策保留。Agent 又能继续高效工作。</a:t>
            </a:r>
          </a:p>
          <a:p/>
          <a:p>
            <a:r>
              <a:t>这个曲线是真实跑出来的，不是画的示意。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压缩系统是上下文治理的核心实现。分三个层面来讲。</a:t>
            </a:r>
          </a:p>
          <a:p/>
          <a:p>
            <a:r>
              <a:t>首先，豁免机制。不是所有消息都能压缩——有些信息一旦丢失，Agent 就彻底跑偏了。我把这些消息标记为"豁免"：用户消息（这是需求源头）、Agent 的语言消息（这是决策记录）、System 提醒（TODO、Teammate 状态这些）、Plan 文档、Skill 内容、TODOWrite/Read（任务追踪）、SubAgent 的最终结果。</a:t>
            </a:r>
          </a:p>
          <a:p/>
          <a:p>
            <a:r>
              <a:t>反过来，像 Read、Edit、Bash 这些工具的调用结果，我不豁免。为什么？因为一个文件被读过的内容，在第 20 轮对话的时候，对 Agent 决策的价值已经非常低了。它的信息价值随轮次衰减极快。</a:t>
            </a:r>
          </a:p>
          <a:p/>
          <a:p>
            <a:r>
              <a:t>然后是两级压缩。micro 级别做轻量摘要，速度快，适合窗口快满时快速释放空间。auto 级别做深度压缩——把整个对话历史总结成一段精简摘要，然后清空窗口重新开始。这样兼顾了速度和准确率，让 Agent 可以长期健康运行，大大降低了幻觉。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这里我想分享一个比较有意思的跨领域类比——上下文窗口治理和推荐系统非常像。</a:t>
            </a:r>
          </a:p>
          <a:p/>
          <a:p>
            <a:r>
              <a:t>推荐系统是什么？给定有限的展示位，从大量候选物料里挑出最值得展示的几个，按价值排序。上下文窗口治理是什么？给定有限的 token 配额，从大量历史消息里挑出最值得保留的几条，按价值塞入。</a:t>
            </a:r>
          </a:p>
          <a:p/>
          <a:p>
            <a:r>
              <a:t>所以我设计了一套价值评分机制。左边是候选池——所有历史消息按"对未来决策的价值"打分。高价值消息：用户需求、Plan 文档、Agent 自己的决策语句、当前 TODO、SubAgent 的调研结论——这些是"指导方向"的信息。低价值消息：远期的 Bash 输出、中间过程的 Grep 结果、已经被覆盖的旧 Edit——这些是"执行中间过程"，价值衰减快。</a:t>
            </a:r>
          </a:p>
          <a:p/>
          <a:p>
            <a:r>
              <a:t>排序器按价值降序填窗口，高分必保留，低分被丢弃。这就是我说的"决策信息多放、指导方向信息多放、执行中间过程信息少放"。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另一个关键设计是动态 System Prompt。System Prompt 不是一成不变的——它的尾部会根据当前状态动态追加信息。</a:t>
            </a:r>
          </a:p>
          <a:p/>
          <a:p>
            <a:r>
              <a:t>基础部分是静态的：项目规范（比如 AGENTS.md 里定义的代码规范）、工具定义、环境信息、按需加载的 Skill 内容。</a:t>
            </a:r>
          </a:p>
          <a:p/>
          <a:p>
            <a:r>
              <a:t>动态部分才是关键。当 Agent 之前启动了一个后台任务，但工具调用记录已经被压缩掉了，Agent 怎么知道这个任务还在跑？靠的就是System Prompt 尾部动态追加的后台任务状态。同样的机制还用于：Teammate 的存在和状态、很久没更新过的 TODO 项目的提醒、当前正在进行的交互式 Session。</a:t>
            </a:r>
          </a:p>
          <a:p/>
          <a:p>
            <a:r>
              <a:t>这个设计的核心思路是：让 Agent 感知当前正在发生的持续性事件，即使这些事件的原始上下文已经被压缩了。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现在进入第三部分——工具体系。我的设计哲学是渐进增强：从最基础的几个工具开始，每个新工具的引入都是为了解决前面遇到的特定问题。</a:t>
            </a:r>
          </a:p>
          <a:p/>
          <a:p>
            <a:r>
              <a:t>最底层是基础层：Read、Write、Bash、LoadSkill。有了这四个工具，Agent 理论上就能工作了——能读文件、写文件、执行命令。但实际上远远不够。</a:t>
            </a:r>
          </a:p>
          <a:p/>
          <a:p>
            <a:r>
              <a:t>第二层是增强层。每个工具都有明确的引入动机：Grep 让 Agent 面对未知项目时能高效搜索，比用 Bash grep 质量稳定得多；Ask 给用户一个澄清意图的入口，避免做出来的东西跟预期漂移；Plan 帮 Agent 提前想清楚再动手，减少改不全的问题；WebFetch/Search 增强 Agent 获取最新知识的能力。</a:t>
            </a:r>
          </a:p>
          <a:p/>
          <a:p>
            <a:r>
              <a:t>第三层是协作层：TodoWrite/Read 帮 Agent 追踪进度、避免遗漏；SubAgent 委派调研任务以低成本收集上下文；Teammate 实现多 Agent 协作；Session 处理交互式命令。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我挑两个典型工具展开讲一下，说明每个工具引入背后的问题驱动思路。</a:t>
            </a:r>
          </a:p>
          <a:p/>
          <a:p>
            <a:r>
              <a:t>先说 Grep。Agent 面对一个从来没见过的项目，它怎么知道代码在哪？它需要搜索。没有 Grep 工具的时候，Agent 只能通过 Bash 执行 shell 的 grep 命令。但 shell grep 的输出格式不稳定，Agent 解析起来容易出错，而且缺乏上下文行、文件类型过滤等高级功能。</a:t>
            </a:r>
          </a:p>
          <a:p/>
          <a:p>
            <a:r>
              <a:t>有了专用的 Grep 工具，搜索结果是结构化的——带行号、带上下文、支持正则、支持文件类型过滤。Agent 能快速定位到目标代码，这是它主动构建上下文的关键能力。</a:t>
            </a:r>
          </a:p>
          <a:p/>
          <a:p>
            <a:r>
              <a:t>再说 Ask。用户说"帮我做一个好看的页面"，这需求太模糊了。如果 Agent 不问就直接做，做完发现用户要的是红色风格，Agent 做了个蓝色的——这就是需求漂移。Ask 工具让 Agent 在不确定的时候主动向用户确认，在关键决策点征询意见。一个简单的确认，可能省掉几个小时的返工。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接下来讲两个对编码场景特别关键的工具。</a:t>
            </a:r>
          </a:p>
          <a:p/>
          <a:p>
            <a:r>
              <a:t>Plan 工具解决的问题是：LLM 经常没想清楚就开始动手。比如用户说"把这个函数重构一下"，Agent 直接去改代码，改了三处漏了两处，最后还不如不改。</a:t>
            </a:r>
          </a:p>
          <a:p/>
          <a:p>
            <a:r>
              <a:t>Plan 的设计是：先进入一个只读调研模式——只能用 Read、Grep、Glob 这些工具去了解项目。调研完之后，制定一个完整的执行计划。然后做一个关键操作——清空上下文。调研阶段读了几十个文件，这些信息占了很多窗口空间，但真正执行的时候用不到那么多。清空之后，只把计划文档写进去，Agent 就能在干净的窗口里按计划高效执行。</a:t>
            </a:r>
          </a:p>
          <a:p/>
          <a:p>
            <a:r>
              <a:t>Edit 工具解决的是 Write 工具的粗粒度问题。Write 只能全文覆写，但如果一个文件有 500 行，你只改第 200 行的一个函数名，用 Write 就要把 500 行全部发给 LLM 再全部写回来。Edit 只需要指定"把这段旧字符串替换成这段新字符串"，精确、高效、不容易出错。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工作流要解决的核心问题是：LLM 习惯边想边改。它读了 30 个文件理解项目，然后直接开始改代码 —— 但这时候窗口里全是调研产生的源码片段，根本没空间装新的改动。</a:t>
            </a:r>
          </a:p>
          <a:p/>
          <a:p>
            <a:r>
              <a:t>方案是把调研和执行物理隔离，关键是中间那一步清空窗口 —— 把几十 K 的调研结果全丢掉，只留下一份用户审批过的 plan.md。</a:t>
            </a:r>
          </a:p>
          <a:p/>
          <a:p>
            <a:r>
              <a:t>接下来三页用一个真实重构需求演示这个过程。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用户说 "把 ChatApp 拆分成 UIState 和 ChatState"。这是个跨越多个文件的重构。</a:t>
            </a:r>
          </a:p>
          <a:p/>
          <a:p>
            <a:r>
              <a:t>Agent 进入 Plan 模式，工具集被自动限制为只读 —— Edit、Write、Bash 写命令全被禁用。Agent 只能 Read、Grep、Glob、WebFetch。</a:t>
            </a:r>
          </a:p>
          <a:p/>
          <a:p>
            <a:r>
              <a:t>它跑了三个 Grep 把所有引用点定位出来：76 处 ui_ 字段、23 处 state_ 字段。窗口涨到 60% —— 看起来很多，但下一步就要丢掉了。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第二阶段 —— Agent 把调研结论沉淀成一份 plan.md。注意几个特点：每一步都写明动哪个文件、加什么删什么，包含验证步骤（cargo build 和 test）。</a:t>
            </a:r>
          </a:p>
          <a:p/>
          <a:p>
            <a:r>
              <a:t>plan.md 此时是个变更契约 —— 用户可以审批、可以驳回、可以提修改意见。这一步是对齐预期的最后一道闸。</a:t>
            </a:r>
          </a:p>
          <a:p/>
          <a:p>
            <a:r>
              <a:t>一旦 approve，下一步就是关键 —— 清空上下文。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的命令执行模型。三种形态：同步 Bash、异步 Background、交互 Session。</a:t>
            </a:r>
          </a:p>
          <a:p/>
          <a:p>
            <a:r>
              <a:t>关键设计是入口统一 —— Agent 调用的都是 Bash 工具，只是参数不同：什么都不加是同步；加 run_in_background:true 走异步；加 interactive:true 走 PTY。Agent 不用预判命令会跑多久。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task_id。Agent 拿到 task_id 之后可以先去做别的事，过一会儿用 TaskOutput 取结果。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协作。这是让 Agent 能处理复杂任务的关键能力。</a:t>
            </a:r>
          </a:p>
          <a:p/>
          <a:p>
            <a:r>
              <a:t>Teammate 是独立的 Agent 实例，每个都有自己专属的上下文和工具集。它们通过 SendMessage 工具在聊天室里广播消息，可以用 @提及 来定向通信。</a:t>
            </a:r>
          </a:p>
          <a:p/>
          <a:p>
            <a:r>
              <a:t>SubAgent 是一种轻量级的子 Agent，主要用来做两件事：一是调研——让 SubAgent 去搜索、阅读、收集信息，主 Agent 只需要看最终的调研结果，不需要消耗自己的上下文去遍历文件；二是并行开发——多个 SubAgent 同时工作，提高效率。</a:t>
            </a:r>
          </a:p>
          <a:p/>
          <a:p>
            <a:r>
              <a:t>这里有个重要的工程问题——Two-Staged Commit。因为 Agent Loop 是长时序的，两个 Agent 可能同时往聊天室发消息，导致重复或冲突。我设计了发送 + 确认的两阶段提交机制，确保消息的一致性。</a:t>
            </a:r>
          </a:p>
          <a:p/>
          <a:p>
            <a:r>
              <a:t>还有一个很有意思的设计是客观评估。Anthropic 有一篇研究指出，LLM 倾向于对自己的工作感到满意——"我做的挺好的"。通过聊天室让其他 Agent 来评审，就能实现相对客观的质量评估。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讲一个比较工程化的细节——Two-Staged Commit。这个问题大家可能不直观，我先描述一下场景。</a:t>
            </a:r>
          </a:p>
          <a:p/>
          <a:p>
            <a:r>
              <a:t>因为 Agent Loop 是长时序异步的——Agent 发完一条消息之后，自己继续往下跑，但消息可能因为网络抖动、广播延迟没有立即送达。Agent 在下一轮看不到自己刚发的消息，会以为"上次发失败了"，再发一遍。结果用户看到同样的话重复三次，体验极差。</a:t>
            </a:r>
          </a:p>
          <a:p/>
          <a:p>
            <a:r>
              <a:t>我设计的解决方案是两阶段提交。SendMessage 工具调用的时候，消息先进入 Inbox 的 pending 状态——这是第一阶段。然后由专门的提交器做第二阶段 commit，把状态变为 committed，这时候才对其他 Agent 和 UI 可见。</a:t>
            </a:r>
          </a:p>
          <a:p/>
          <a:p>
            <a:r>
              <a:t>这个设计的双重好处是——对外，整个 Agent Team 系统给用户的体验是一致的，没有重复消息；对内，重复的消息也不会进入其他 Agent 的上下文窗口，避免了 token 浪费和决策干扰。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 Agent 协作能力到底行不行？我设计了三个递进的实验来回答这个问题。</a:t>
            </a:r>
          </a:p>
          <a:p/>
          <a:p>
            <a:r>
              <a:t>实验一，轮流报数。这是最基础的，几个 Agent 轮流说 1、2、3、4。这看起来简单，但实际上要求不抢话、不重复、不跳号，是检验顺序协调能力的最干净的实验。这个实验暴露的问题就是前面讲的重复消息——所以才驱动了 2PC 的设计。</a:t>
            </a:r>
          </a:p>
          <a:p/>
          <a:p>
            <a:r>
              <a:t>实验二，续写接龙。给一句话开头，几个 Agent 轮流写故事。这个实验检验上下文共享——每个 Agent 都要能看到前文，理解风格，承接情节。如果广播机制有 bug，故事就会跑题。</a:t>
            </a:r>
          </a:p>
          <a:p/>
          <a:p>
            <a:r>
              <a:t>实验三，协作测试开发。这是真实工程场景了——A 写代码、B 写测试、C 评审。这里有个关键设计参考了 Anthropic 的研究：模型容易对自己的工作过度满意。让另一个 Agent 来评审，就能拿到相对客观的反馈。</a:t>
            </a:r>
          </a:p>
          <a:p/>
          <a:p>
            <a:r>
              <a:t>这三个实验从简到难，验证了整个协作机制的有效性。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所以我设计了 SubAgent 工具——主 Agent 派一个 SubAgent 去做调研，SubAgent 在自己独立的上下文窗口里读文件、搜代码、跑工具。调研完了，SubAgent 只把最终摘要结论回灌给主 Agent。</a:t>
            </a:r>
          </a:p>
          <a:p/>
          <a:p>
            <a:r>
              <a:t>你看这张图——三个 SubAgent 并行调研，每个用掉 20-30K tokens 的独立窗口。但主 Agent 收到的只是三段总计 1.5K 的摘要。主窗口仅微增 4%，但主 Agent 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工程上还有一些健壮性设计，也值得提一下。</a:t>
            </a:r>
          </a:p>
          <a:p/>
          <a:p>
            <a:r>
              <a:t>指数退避重试。调用大模型 API 不是每次都成功的——网络会断、会被限流、会超时。如果 Agent 遇到一次错误就停下来等人工处理，那它的自主性就打了折扣。所以我实现了指数退避：第一次重试等 1 秒，第二次 2 秒，第三次 4 秒，以此类推。大多数瞬态故障都能自动恢复。</a:t>
            </a:r>
          </a:p>
          <a:p/>
          <a:p>
            <a:r>
              <a:t>Hook 系统。这是代码质量的守护者。我在项目中定义了一系列规则，通过 Hook 在代码提交或文件变更时自动检查。比如：禁止用 mod.rs，我们要求 name.rs + name/ 的文件组织方式；禁止使用可能导致 panic 的 unwrap()；变更内容必须写文档方便后续维护。这些 Hook 确保了 Agent 生成的代码符合工程规范。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讲一个特别有用的小工具——TodoWrite + system_reminder。这看着简单，但对 Agent 长期运行有奇效。</a:t>
            </a:r>
          </a:p>
          <a:p/>
          <a:p>
            <a:r>
              <a:t>问题是这样的：Agent 跑一个大任务，可能要改十几个文件。如果它没有显式的待办清单，跑着跑着就忘记原本要做的事。改了两个就觉得任务完成了，剩下的就漏了。</a:t>
            </a:r>
          </a:p>
          <a:p/>
          <a:p>
            <a:r>
              <a:t>所以我让 Agent 在开始大任务前先列出所有 TODO 项。每完成一个就更新状态。这本身就强迫它把任务结构化拆分。</a:t>
            </a:r>
          </a:p>
          <a:p/>
          <a:p>
            <a:r>
              <a:t>但还有个更巧妙的设计——system_reminder 注入。如果 Agent 连续好几轮都没更新 TODO，但 TODO 里还有 in_progress 项，系统就会在下一轮 prompt 尾部注入一条 system_reminder：「你还有 4 个 TODO，其中一个 in_progress 已经 8 轮没动了，是不是该看看？」</a:t>
            </a:r>
          </a:p>
          <a:p/>
          <a:p>
            <a:r>
              <a:t>这相当于一个软中断——不强行打断 Agent，但在它注意力分散的时候轻轻拉一下。实测对完成度提升非常明显。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系统是 Agent 真正能"用于生产"的关键。它把工程规范固化成自动执行的脚本，跑在 Agent 整个生命周期的各个事件点上。</a:t>
            </a:r>
          </a:p>
          <a:p/>
          <a:p>
            <a:r>
              <a:t>一共 14 个事件，覆盖 session 启停、消息收发、LLM 请求前后、工具执行前后、压缩前后。每个事件都可以挂载 Hook，Hook 接收 JSON 输入、返回 JSON 修改 / 拦截。</a:t>
            </a:r>
          </a:p>
          <a:p/>
          <a:p>
            <a:r>
              <a:t>给大家三个真实用例。</a:t>
            </a:r>
          </a:p>
          <a:p/>
          <a:p>
            <a:r>
              <a:t>第一个是工程规范强制。我们项目要求所有模块用 name.rs + name/ 这种布局，不能用 mod.rs。也禁止用 unwrap()、expect() 这种容易 panic 的写法。这些规则做成 Hook 挂在 post_tool_execution 上，Agent 写了违规代码立刻被拦截。</a:t>
            </a:r>
          </a:p>
          <a:p/>
          <a:p>
            <a:r>
              <a:t>第二个是回归测试守门。Agent 说"我做完了"，要触发 stop 事件。Hook 拦截这个事件去跑 fmt、clippy、test。全过才允许真正退出。</a:t>
            </a:r>
          </a:p>
          <a:p/>
          <a:p>
            <a:r>
              <a:t>第三个是变更沉淀。session 结束时自动写变更摘要到 CHANGELOG，方便后续追溯。这个对长期维护项目特别重要。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最后讲一个重要的工程化设计——Skill 系统。</a:t>
            </a:r>
          </a:p>
          <a:p/>
          <a:p>
            <a:r>
              <a:t>Skill 的核心理念是按需加载。不是把所有能力都塞进 System Prompt，而是只有当 Agent 遇到特定场景时，才通过 LoadSkill 工具加载对应的技能包。</a:t>
            </a:r>
          </a:p>
          <a:p/>
          <a:p>
            <a:r>
              <a:t>第一个例子是 jen——一个从 SQL 语句自动生成 Go 结构体和 DAO 层代码的工具。它的核心是我开发的一个 SQL 语法解析器，能从 SQL 里提取出表名、字段、索引等关键信息，然后基于模板语法生成完整的 CRUD 方法、事务方法、条件查询等。为什么不用 AI 直接生成？因为 DAO/Model 代码太模板化了，AI 生成容易出错还慢，工程化生成质量可控。</a:t>
            </a:r>
          </a:p>
          <a:p/>
          <a:p>
            <a:r>
              <a:t>第二个例子是 webapp-gen——一个 Web App 生成工作流。它的策略是"原型驱动，逐步填充"——先搭出完整的项目骨架和基础页面，确保项目结构没问题，然后再根据用户需求逐步填充替换。这比"一口气生成完整应用"靠谱得多。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 系统的第一个深入案例是 jen——一个 SQL 到 Go 代码的工程化生成工具。</a:t>
            </a:r>
          </a:p>
          <a:p/>
          <a:p>
            <a:r>
              <a:t>整个流程很清晰，四步走。第一步，用户给一段 CREATE TABLE 的 SQL。第二步，jen 用我自研的 SQL parser 把建表语句解析成结构化数据——表名是什么、有哪些字段、字段类型、哪些字段是主键、哪些有索引、哪些是唯一索引。第三步，把这些结构化数据塞进 Go template，渲染出代码。第四步，输出一套完整的原子方法——增删改查、按主键查、按索引查、列表分页、模糊查询、自定义条件、事务版本……一整套都有。</a:t>
            </a:r>
          </a:p>
          <a:p/>
          <a:p>
            <a:r>
              <a:t>有同学会问：为什么不让 AI 直接写？很简单——DAO/Model 代码极度模板化、体量大、几乎不变，让 AI 生成质量不稳定还慢，可能字段名拼错、可能 SQL 注入。工程化方式生成则确定性强，AI 永远写不出比模板更好的样板代码。</a:t>
            </a:r>
          </a:p>
          <a:p/>
          <a:p>
            <a:r>
              <a:t>那为什么封装为 Skill？因为 jen 只在做数据库相关功能时才需要。如果常驻系统提示就是浪费 token。封装为 Skill 后按需加载——Agent 看到 SQL 文件才调用 LoadSkill 加载完整指令。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 系统的第二个深入案例是 webapp-gen——生成完整 Web App 的工作流。</a:t>
            </a:r>
          </a:p>
          <a:p/>
          <a:p>
            <a:r>
              <a:t>先讲一个常见的反例。用户说"帮我做个待办应用"，AI 抖擞精神一口气生成 50 个文件。结果是什么？路由配置漏写一行、CSS 路径引错、组件 import 出现循环依赖。项目跑不起来。用户又得逐个排查。</a:t>
            </a:r>
          </a:p>
          <a:p/>
          <a:p>
            <a:r>
              <a:t>问题在哪？大模型不擅长一次性产出结构完整的工程。文件越多，遗漏的概率越高。</a:t>
            </a:r>
          </a:p>
          <a:p/>
          <a:p>
            <a:r>
              <a:t>所以我设计了原型驱动的工作流。第一步，用成熟的脚手架——比如 vite + react + tailwind 模板——搭出一个可以立即 run 起来的最小项目。这个项目已经有路由、状态、样式系统，工程结构完整。</a:t>
            </a:r>
          </a:p>
          <a:p/>
          <a:p>
            <a:r>
              <a:t>第二步，逐页用 mock 数据填充原型。用户能看到"应用大概长什么样"，可以提前给视觉反馈，减少方向漂移。</a:t>
            </a:r>
          </a:p>
          <a:p/>
          <a:p>
            <a:r>
              <a:t>第三步，把 mock 替换为真实 API，逐步加入业务逻辑。每一步都是增量改造，可见、可控、可回退。</a:t>
            </a:r>
          </a:p>
          <a:p/>
          <a:p>
            <a:r>
              <a:t>这就是"原型驱动、逐步填充"——既保住项目完整性，又匹配用户预期。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gradiation_artifact_demo——这是我用 j-cli 配合 webapp-gen 和 jen 这两个 skill 真实生成出来的 Web App。算是整套工具链的端到端验证。</a:t>
            </a:r>
          </a:p>
          <a:p/>
          <a:p>
            <a:r>
              <a:t>三个仓库都是开源的，MIT 协议。欢迎大家访问、star、提 issue 或者 PR。这也是我希望这个毕设能继续往下走的方向。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好，做个总结。我这个毕设的核心贡献有三个。</a:t>
            </a:r>
          </a:p>
          <a:p/>
          <a:p>
            <a:r>
              <a:t>第一，上下文窗口治理。这是最核心的。分级消息窗口决定哪些信息优先保留，多级压缩在窗口快满时智能释放空间，动态 System Prompt 让 Agent 感知持续状态。三者配合，Agent 能在有限窗口内长期稳定运行，幻觉和重复操作大幅降低。</a:t>
            </a:r>
          </a:p>
          <a:p/>
          <a:p>
            <a:r>
              <a:t>第二，渐进式工具体系。从 4 个基础工具扩展到 20 多个，每个新工具都是为了解决前面遇到的特定问题。Plan 帮助清空上下文重新出发，Grep 帮助高效构建上下文，Ask 防止需求漂移，Session 处理交互式命令。这些工具形成了一个完整的闭环。</a:t>
            </a:r>
          </a:p>
          <a:p/>
          <a:p>
            <a:r>
              <a:t>第三，多 Agent 协作。通过 Teammate 和 SubAgent 实现 Agent 团队协作，用 Two-Staged Commit 保证消息一致性，用交叉评审实现客观质量评估，用指数退避增强健壮性。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