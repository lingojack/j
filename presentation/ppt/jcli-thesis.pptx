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各位老师、同学们好，我是温俊杰，今天给大家分享我的本科毕设——基于 LLM Agent 的编程辅助工具设计与实现。</a:t>
            </a:r>
          </a:p>
          <a:p/>
          <a:p>
            <a:r>
              <a:t>这个项目的核心思路是：把 AI 从一个"你问它答"的 ChatBot，变成一个能主动读取代码、执行命令、管理上下文的 Agent。我叫它 j-cli，是一个命令行工具。</a:t>
            </a:r>
          </a:p>
          <a:p/>
          <a:p>
            <a:r>
              <a:t>接下来我会从为什么做、做了什么、怎么做的、效果怎样四个层面来讲。有问题随时打断我。</a:t>
            </a:r>
          </a:p>
          <a:p/>
          <a:p>
            <a:r>
              <a:t>先按 S 可以打开演讲者视图，这里我准备了逐字稿。Let's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先把项目长什么样给大家看一下，等会讲设计的时候才有具体的对象。</a:t>
            </a:r>
          </a:p>
          <a:p/>
          <a:p>
            <a:r>
              <a:t>这个项目叫 jcli，是一个用 Rust 写的命令行工作台。最核心的功能是右上那张图里的终端 Agent——多模型、流式输出、工具调用、权限确认，可以直接在仓库里读代码、改代码、跑命令。</a:t>
            </a:r>
          </a:p>
          <a:p/>
          <a:p>
            <a:r>
              <a:t>除了 Agent，它还有几个比较实用的工具：别名打开，注册一次之后 j chrome、j vscode 这些都直接可用；日报周报，配 git 自动同步；待办备忘，TUI 界面 + Markdown checkbox。</a:t>
            </a:r>
          </a:p>
          <a:p/>
          <a:p>
            <a:r>
              <a:t>右边这几张叠起来的图是项目的仓库和演示站点，都是开源的。鼠标点上去能直接跳过去。</a:t>
            </a:r>
          </a:p>
          <a:p/>
          <a:p>
            <a:r>
              <a:t>下一页我会从最朴素的问题讲起：为什么要做 Agent，而不是直接用 ChatGPT。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先看一下今天的议程，总共六个部分。</a:t>
            </a:r>
          </a:p>
          <a:p/>
          <a:p>
            <a:r>
              <a:t>第一部分讲背景——为什么我们要从 ChatBot 走向 Agent，这中间的核心差异是什么。</a:t>
            </a:r>
          </a:p>
          <a:p/>
          <a:p>
            <a:r>
              <a:t>第二部分是整个项目的核心——上下文窗口治理。LLM 的窗口有限，Agent 要长期运行就必须有一套机制来管理"往窗口里塞什么、丢掉什么"。</a:t>
            </a:r>
          </a:p>
          <a:p/>
          <a:p>
            <a:r>
              <a:t>第三部分讲工具体系，从最基础的 Read/Write/Bash 几个工具开始，一步步说明每个新工具引入是为了解决什么问题。</a:t>
            </a:r>
          </a:p>
          <a:p/>
          <a:p>
            <a:r>
              <a:t>第四部分讲多 Agent 协作——Teammate 和 SubAgent 怎么配合工作，以及错误处理和重试机制。</a:t>
            </a:r>
          </a:p>
          <a:p/>
          <a:p>
            <a:r>
              <a:t>第五部分讲 Skill 系统——怎么把工程化能力封装成按需加载的技能包。</a:t>
            </a:r>
          </a:p>
          <a:p/>
          <a:p>
            <a:r>
              <a:t>最后收尾总结。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先从最根本的问题开始——ChatBot 和 Agent 的区别到底是什么？</a:t>
            </a:r>
          </a:p>
          <a:p/>
          <a:p>
            <a:r>
              <a:t>大家回想一下 2023、2024 年用 GPT 的场景。我们有 bug，需要自己去收集代码、报错日志、运行环境信息，然后复制粘贴到 ChatBot 里，ChatBot 给出建议，我们再自己去改代码。</a:t>
            </a:r>
          </a:p>
          <a:p/>
          <a:p>
            <a:r>
              <a:t>这个过程里，人承担了两个关键角色：上下文收集者和物理世界与逻辑世界的桥梁。"物理世界"就是你的代码、文件系统、终端；"逻辑世界"就是 LLM 的思考空间。</a:t>
            </a:r>
          </a:p>
          <a:p/>
          <a:p>
            <a:r>
              <a:t>而 Agent 的核心转变就是：通过上下文窗口的治理和工具的使用，Agent 自己承担了这些角色，人被抽离了出来。</a:t>
            </a:r>
          </a:p>
          <a:p/>
          <a:p>
            <a:r>
              <a:t>但这带来一个新的挑战——Agent 怎么在一个有限的上下文窗口里，长期稳定地工作？这就是我整个毕设要解决的核心问题。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的心脏是 ReAct 循环 —— Reasoning + Acting 的合写。</a:t>
            </a:r>
          </a:p>
          <a:p/>
          <a:p>
            <a:r>
              <a:t>每一轮分四步：Thought 看上下文决定动作；Action 生成结构化的 tool call；Observation 运行时真正执行工具、把结果回灌窗口；Update 进入下一轮。</a:t>
            </a:r>
          </a:p>
          <a:p/>
          <a:p>
            <a:r>
              <a:t>这页讲的是概念。后面六页我会用一个真实任务，逐帧演示这个循环到底怎么跑、窗口怎么变化。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第一帧 —— 用户给一个开放性需求："总结一下 src/command/chat 目录的结构和可优化的模块划分"。</a:t>
            </a:r>
          </a:p>
          <a:p/>
          <a:p>
            <a:r>
              <a:t>注意这句话不是指令。用户没说"跑 ls"也没说"读哪个文件"。Agent 要把这句模糊的需求翻译成一连串具体的工具调用。</a:t>
            </a:r>
          </a:p>
          <a:p/>
          <a:p>
            <a:r>
              <a:t>这时候窗口里只有系统提示和这一行用户输入，占用 6%。下一帧 Agent 开始思考。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第二帧 —— Agent 想了一下。它的思考过程也会被记录进窗口，这条 thought 写得很短："先列出 chat/ 下的文件分布"。</a:t>
            </a:r>
          </a:p>
          <a:p/>
          <a:p>
            <a:r>
              <a:t>然后它生成一个 tool call。注意这不是简单的"我想跑这个命令"，而是一个结构化的 JSON，运行时能直接拿去执行。参数明确包含 command 和 description 两个字段。</a:t>
            </a:r>
          </a:p>
          <a:p/>
          <a:p>
            <a:r>
              <a:t>窗口从 6% 涨到 9% —— thought 加 tool call 占了 3%。这个增长很小，因为消息很短。但你想，跑十几轮之后会怎样？这就是上下文压力的来源。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第三帧 —— 运行时执行 ls，把结果原样写回到对话上下文，作为一条新消息。</a:t>
            </a:r>
          </a:p>
          <a:p/>
          <a:p>
            <a:r>
              <a:t>这是 ReAct 最关键的一步 —— tool 的输出不是临时变量，是会一直占着 token 的消息。你看 22 个条目就占了 5%。如果是 Read 一个 500 行的文件，就可能占 8-12%。</a:t>
            </a:r>
          </a:p>
          <a:p/>
          <a:p>
            <a:r>
              <a:t>这就解释了为什么上下文窗口治理是核心问题 —— ReAct 的本质决定了窗口必然被工具结果撑满。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第四帧 —— 第二轮 ReAct 开始。Agent 看完目录列表，决定深入 app.rs。它注意到这是入口文件。</a:t>
            </a:r>
          </a:p>
          <a:p/>
          <a:p>
            <a:r>
              <a:t>这里 Agent 用的是 Read 工具而不是 Bash cat。为什么？Read 工具返回带行号的结构化输出，Agent 后面想做 Edit 替换的时候能精确定位。另外 Read 有 limit 参数能控量 —— 不读全文。</a:t>
            </a:r>
          </a:p>
          <a:p/>
          <a:p>
            <a:r>
              <a:t>结果回灌之后，窗口跳到 24%。两轮工具调用就用掉接近四分之一，这就是 ReAct 的真实压力。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最后一帧 —— Agent 把三轮工具调用的结果拼起来，给出真正回答用户问题的总结。</a:t>
            </a:r>
          </a:p>
          <a:p/>
          <a:p>
            <a:r>
              <a:t>注意几个数字：3 轮工具调用、窗口最终 38%。但用户的原始问题只有一行字。中间几千个 token 几乎全是中间产物 —— 目录列表、源码片段、grep 匹配 —— 这些信息在结论给出之后价值就大幅下降。</a:t>
            </a:r>
          </a:p>
          <a:p/>
          <a:p>
            <a:r>
              <a:t>如果接下来用户继续问问题，这些中间产物就会一直占着窗口。这就是下一节要解决的问题 —— 上下文窗口治理。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第二章正式开场。这一章要解决的问题非常具体——上下文窗口是稀缺资源。</a:t>
            </a:r>
          </a:p>
          <a:p/>
          <a:p>
            <a:r>
              <a:t>LLM 的窗口是物理硬上限，比如 128K tokens。但一次复杂 Agent 任务，几十轮工具调用之后，每条工具结果都会永久占着 token，直到 session 结束才释放。</a:t>
            </a:r>
          </a:p>
          <a:p/>
          <a:p>
            <a:r>
              <a:t>右图三个填充来源——用户消息、Agent 决策、工具结果——前两者价值高必须保留，真正的膨胀源是工具结果。</a:t>
            </a:r>
          </a:p>
          <a:p/>
          <a:p>
            <a:r>
              <a:t>窗口爆满会导致三个症状：幻觉、重复操作、忘记目标。这就是这一章 4 页要依次回应的——爆炸实录 / 多级压缩 / 优先级漏斗 / 动态 system prompt——本质上都是为了回答同一个问题：怎么在有限窗口里让 Agent 长期健康运行。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给大家直观感受一下，不治理会发生什么。这是我跑一个真实任务的窗口占用变化。</a:t>
            </a:r>
          </a:p>
          <a:p/>
          <a:p>
            <a:r>
              <a:t>第一轮，刚发完用户需求，窗口才 18%——风平浪静。第二轮，Agent 用 Glob 扫了项目结构，又 Read 了几个主文件，已经到 38%。</a:t>
            </a:r>
          </a:p>
          <a:p/>
          <a:p>
            <a:r>
              <a:t>第三轮是关键转折——Agent 开始大量 Grep 搜索 + 读相关文件，因为它要建立项目理解。每个 Read 都是几千个 token，五个文件就是上万。窗口冲到 62%。</a:t>
            </a:r>
          </a:p>
          <a:p/>
          <a:p>
            <a:r>
              <a:t>第四轮跑了 cargo build，编译错误日志几百行，Edit 又产生了 diff，已经 84%。</a:t>
            </a:r>
          </a:p>
          <a:p/>
          <a:p>
            <a:r>
              <a:t>第五轮，97% ——这是危险区。Agent 开始幻觉，开始重复读已经读过的文件，开始忘记最初的需求。</a:t>
            </a:r>
          </a:p>
          <a:p/>
          <a:p>
            <a:r>
              <a:t>这时候我们的 auto compact 触发——把对话历史总结成精简摘要，清空窗口重写。窗口回到 34%，关键决策保留。Agent 又能继续高效工作。</a:t>
            </a:r>
          </a:p>
          <a:p/>
          <a:p>
            <a:r>
              <a:t>这个曲线是真实跑出来的，不是画的示意。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压缩系统是上下文治理的核心实现。分三个层面来讲。</a:t>
            </a:r>
          </a:p>
          <a:p/>
          <a:p>
            <a:r>
              <a:t>首先，豁免机制。不是所有消息都能压缩——有些信息一旦丢失，Agent 就彻底跑偏了。我把这些消息标记为"豁免"：用户消息（这是需求源头）、Agent 的语言消息（这是决策记录）、System 提醒（TODO、Teammate 状态这些）、Plan 文档、Skill 内容、TODOWrite/Read（任务追踪）、SubAgent 的最终结果。</a:t>
            </a:r>
          </a:p>
          <a:p/>
          <a:p>
            <a:r>
              <a:t>反过来，像 Read、Edit、Bash 这些工具的调用结果，我不豁免。为什么？因为一个文件被读过的内容，在第 20 轮对话的时候，对 Agent 决策的价值已经非常低了。它的信息价值随轮次衰减极快。</a:t>
            </a:r>
          </a:p>
          <a:p/>
          <a:p>
            <a:r>
              <a:t>然后是两级压缩。micro 级别做轻量摘要，速度快，适合窗口快满时快速释放空间。auto 级别做深度压缩——把整个对话历史总结成一段精简摘要，然后清空窗口重新开始。这样兼顾了速度和准确率，让 Agent 可以长期健康运行，大大降低了幻觉。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这里我想分享一个比较有意思的跨领域类比——上下文窗口治理和推荐系统非常像。</a:t>
            </a:r>
          </a:p>
          <a:p/>
          <a:p>
            <a:r>
              <a:t>推荐系统是什么？给定有限的展示位，从大量候选物料里挑出最值得展示的几个，按价值排序。上下文窗口治理是什么？给定有限的 token 配额，从大量历史消息里挑出最值得保留的几条，按价值塞入。</a:t>
            </a:r>
          </a:p>
          <a:p/>
          <a:p>
            <a:r>
              <a:t>所以我设计了一套价值评分机制。左边是候选池——所有历史消息按"对未来决策的价值"打分。高价值消息：用户需求、Plan 文档、Agent 自己的决策语句、当前 TODO、SubAgent 的调研结论——这些是"指导方向"的信息。低价值消息：远期的 Bash 输出、中间过程的 Grep 结果、已经被覆盖的旧 Edit——这些是"执行中间过程"，价值衰减快。</a:t>
            </a:r>
          </a:p>
          <a:p/>
          <a:p>
            <a:r>
              <a:t>排序器按价值降序填窗口，高分必保留，低分被丢弃。这就是我说的"决策信息多放、指导方向信息多放、执行中间过程信息少放"。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另一个关键设计是动态 System Prompt。System Prompt 不是一成不变的——它的尾部会根据当前状态动态追加信息。</a:t>
            </a:r>
          </a:p>
          <a:p/>
          <a:p>
            <a:r>
              <a:t>基础部分是静态的：项目规范（比如 AGENTS.md 里定义的代码规范）、工具定义、环境信息、按需加载的 Skill 内容。</a:t>
            </a:r>
          </a:p>
          <a:p/>
          <a:p>
            <a:r>
              <a:t>动态部分才是关键。当 Agent 之前启动了一个后台任务，但工具调用记录已经被压缩掉了，Agent 怎么知道这个任务还在跑？靠的就是System Prompt 尾部动态追加的后台任务状态。同样的机制还用于：Teammate 的存在和状态、很久没更新过的 TODO 项目的提醒、当前正在进行的交互式 Session。</a:t>
            </a:r>
          </a:p>
          <a:p/>
          <a:p>
            <a:r>
              <a:t>这个设计的核心思路是：让 Agent 感知当前正在发生的持续性事件，即使这些事件的原始上下文已经被压缩了。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现在进入第三部分——工具体系。我的设计哲学是渐进增强：从最基础的几个工具开始，每个新工具的引入都是为了解决前面遇到的特定问题。</a:t>
            </a:r>
          </a:p>
          <a:p/>
          <a:p>
            <a:r>
              <a:t>最底层是基础层：Read、Write、Bash、LoadSkill。有了这四个工具，Agent 理论上就能工作了——能读文件、写文件、执行命令。但实际上远远不够。</a:t>
            </a:r>
          </a:p>
          <a:p/>
          <a:p>
            <a:r>
              <a:t>第二层是增强层。每个工具都有明确的引入动机：Grep 让 Agent 面对未知项目时能高效搜索，比用 Bash grep 质量稳定得多；Ask 给用户一个澄清意图的入口，避免做出来的东西跟预期漂移；Plan 帮 Agent 提前想清楚再动手，减少改不全的问题；WebFetch/Search 增强 Agent 获取最新知识的能力。</a:t>
            </a:r>
          </a:p>
          <a:p/>
          <a:p>
            <a:r>
              <a:t>第三层是协作层：TodoWrite/Read 帮 Agent 追踪进度、避免遗漏；SubAgent 委派调研任务以低成本收集上下文；Teammate 实现多 Agent 协作；Session 处理交互式命令。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我挑两个典型工具展开讲一下，说明每个工具引入背后的问题驱动思路。</a:t>
            </a:r>
          </a:p>
          <a:p/>
          <a:p>
            <a:r>
              <a:t>先说 Grep。Agent 面对一个从来没见过的项目，它怎么知道代码在哪？它需要搜索。没有 Grep 工具的时候，Agent 只能通过 Bash 执行 shell 的 grep 命令。但 shell grep 的输出格式不稳定，Agent 解析起来容易出错，而且缺乏上下文行、文件类型过滤等高级功能。</a:t>
            </a:r>
          </a:p>
          <a:p/>
          <a:p>
            <a:r>
              <a:t>有了专用的 Grep 工具，搜索结果是结构化的——带行号、带上下文、支持正则、支持文件类型过滤。Agent 能快速定位到目标代码，这是它主动构建上下文的关键能力。</a:t>
            </a:r>
          </a:p>
          <a:p/>
          <a:p>
            <a:r>
              <a:t>再说 Ask。用户说"帮我做一个好看的页面"，这需求太模糊了。如果 Agent 不问就直接做，做完发现用户要的是红色风格，Agent 做了个蓝色的——这就是需求漂移。Ask 工具让 Agent 在不确定的时候主动向用户确认，在关键决策点征询意见。一个简单的确认，可能省掉几个小时的返工。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接下来讲两个对编码场景特别关键的工具。</a:t>
            </a:r>
          </a:p>
          <a:p/>
          <a:p>
            <a:r>
              <a:t>Plan 工具解决的问题是：LLM 经常没想清楚就开始动手。比如用户说"把这个函数重构一下"，Agent 直接去改代码，改了三处漏了两处，最后还不如不改。</a:t>
            </a:r>
          </a:p>
          <a:p/>
          <a:p>
            <a:r>
              <a:t>Plan 的设计是：先进入一个只读调研模式——只能用 Read、Grep、Glob 这些工具去了解项目。调研完之后，制定一个完整的执行计划。然后做一个关键操作——清空上下文。调研阶段读了几十个文件，这些信息占了很多窗口空间，但真正执行的时候用不到那么多。清空之后，只把计划文档写进去，Agent 就能在干净的窗口里按计划高效执行。</a:t>
            </a:r>
          </a:p>
          <a:p/>
          <a:p>
            <a:r>
              <a:t>Edit 工具解决的是 Write 工具的粗粒度问题。Write 只能全文覆写，但如果一个文件有 500 行，你只改第 200 行的一个函数名，用 Write 就要把 500 行全部发给 LLM 再全部写回来。Edit 只需要指定"把这段旧字符串替换成这段新字符串"，精确、高效、不容易出错。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工作流要解决的核心问题是：LLM 习惯边想边改。它读了 30 个文件理解项目，然后直接开始改代码 —— 但这时候窗口里全是调研产生的源码片段，根本没空间装新的改动。</a:t>
            </a:r>
          </a:p>
          <a:p/>
          <a:p>
            <a:r>
              <a:t>方案是把调研和执行物理隔离，关键是中间那一步清空窗口 —— 把几十 K 的调研结果全丢掉，只留下一份用户审批过的 plan.md。</a:t>
            </a:r>
          </a:p>
          <a:p/>
          <a:p>
            <a:r>
              <a:t>接下来三页用一个真实重构需求演示这个过程。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用户说 "把 ChatApp 拆分成 UIState 和 ChatState"。这是个跨越多个文件的重构。</a:t>
            </a:r>
          </a:p>
          <a:p/>
          <a:p>
            <a:r>
              <a:t>Agent 进入 Plan 模式，工具集被自动限制为只读 —— Edit、Write、Bash 写命令全被禁用。Agent 只能 Read、Grep、Glob、WebFetch。</a:t>
            </a:r>
          </a:p>
          <a:p/>
          <a:p>
            <a:r>
              <a:t>它跑了三个 Grep 把所有引用点定位出来：76 处 ui_ 字段、23 处 state_ 字段。窗口涨到 60% —— 看起来很多，但下一步就要丢掉了。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第二阶段 —— Agent 把调研结论沉淀成一份 plan.md。注意几个特点：每一步都写明动哪个文件、加什么删什么，包含验证步骤（cargo build 和 test）。</a:t>
            </a:r>
          </a:p>
          <a:p/>
          <a:p>
            <a:r>
              <a:t>plan.md 此时是个变更契约 —— 用户可以审批、可以驳回、可以提修改意见。这一步是对齐预期的最后一道闸。</a:t>
            </a:r>
          </a:p>
          <a:p/>
          <a:p>
            <a:r>
              <a:t>一旦 approve，下一步就是关键 —— 清空上下文。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第三阶段 —— 关键操作。窗口被清空。原本 65% 的调研产物全部丢弃。新的上下文里只有一份 plan.md，1.2K token 左右。窗口占用回到 12%。</a:t>
            </a:r>
          </a:p>
          <a:p/>
          <a:p>
            <a:r>
              <a:t>Agent 重新启动，工具集恢复完整。它对照 plan 一步一步做：step 1 创建 ui_state.rs、step 2 创建 chat_state.rs ……</a:t>
            </a:r>
          </a:p>
          <a:p/>
          <a:p>
            <a:r>
              <a:t>这个机制的代价是 Agent 忘掉了调研细节。但收益更大 —— 执行阶段窗口干净，不被中间产物干扰，错误率显著下降。这就是 clear and approve 的本质。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 Agent 的命令执行模型。三种形态：同步 Bash、异步 Background、交互 Session。</a:t>
            </a:r>
          </a:p>
          <a:p/>
          <a:p>
            <a:r>
              <a:t>关键设计是入口统一 —— Agent 调用的都是 Bash 工具，只是参数不同：什么都不加是同步；加 run_in_background:true 走异步；加 interactive:true 走 PTY。Agent 不用预判命令会跑多久。</a:t>
            </a:r>
          </a:p>
          <a:p/>
          <a:p>
            <a:r>
              <a:t>右图三条泳道是横轴时间。重点看那条虚线箭头 —— 同步 Bash 跑过 30 秒还没结束，运行时不会 kill 进程，而是把这个已经在跑的进程连同 reader 线程一起移交给 BackgroundManager，返回 task_id。Agent 拿到 task_id 之后可以先去做别的事，过一会儿用 TaskOutput 取结果。</a:t>
            </a:r>
          </a:p>
          <a:p/>
          <a:p>
            <a:r>
              <a:t>但这又引入新问题：命令是慢、还是在等用户输入？外面看都是"没输出"。所以升级前我加了一道静默检测 —— 如果最近 N 秒一点输出都没有，那大概率不是慢，是在等 stdin。这时候不该升级，而是 kill 掉，提示 Agent 加上 -y 之类的非交互标志重跑，或者改用 interactive:true 走 Session。</a:t>
            </a:r>
          </a:p>
          <a:p/>
          <a:p>
            <a:r>
              <a:t>下一页用真实代码展示这两个关键机制的实现。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这一页用真实代码展示两个关键机制的实现。</a:t>
            </a:r>
          </a:p>
          <a:p/>
          <a:p>
            <a:r>
              <a:t>adopt_process 自动升级。代码里的核心逻辑是：超过 30s 阈值后，先做静默检测——如果最近 N 秒一点输出都没有，说明命令不是在跑，而是在等人输入，这时候 kill 掉给提示。如果不是静默，就调 adopt_process 把当前进程移交给 BackgroundManager，不 kill，返回 task_id。后台有个监控线程等 reader 写完后调 complete_task。</a:t>
            </a:r>
          </a:p>
          <a:p/>
          <a:p>
            <a:r>
              <a:t>PTY Session。用 portable_pty 库分配伪终端。关键三行：clone reader 给 Session 读输出、take writer 给 Session 写输入、set_pty_writer 注册到 BgTask。之后 Session 工具的三个操作都是直接操作 PTY 句柄：stdin 写入、stdout 读 buffer、quit 就是 drop writer 让进程收到 SIGHUP。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讲一个特别有用的小工具——TodoWrite + system_reminder。这看着简单，但对 Agent 长期运行有奇效。</a:t>
            </a:r>
          </a:p>
          <a:p/>
          <a:p>
            <a:r>
              <a:t>问题是这样的：Agent 跑一个大任务，可能要改十几个文件。如果它没有显式的待办清单，跑着跑着就忘记原本要做的事。改了两个就觉得任务完成了，剩下的就漏了。</a:t>
            </a:r>
          </a:p>
          <a:p/>
          <a:p>
            <a:r>
              <a:t>所以我让 Agent 在开始大任务前先列出所有 TODO 项。每完成一个就更新状态。这本身就强迫它把任务结构化拆分。</a:t>
            </a:r>
          </a:p>
          <a:p/>
          <a:p>
            <a:r>
              <a:t>但还有个更巧妙的设计——system_reminder 注入。如果 Agent 连续好几轮都没更新 TODO，但 TODO 里还有 in_progress 项，系统就会在下一轮 prompt 尾部注入一条 system_reminder：「你还有 4 个 TODO，其中一个 in_progress 已经 8 轮没动了，是不是该看看？」</a:t>
            </a:r>
          </a:p>
          <a:p/>
          <a:p>
            <a:r>
              <a:t>这相当于一个软中断——不强行打断 Agent，但在它注意力分散的时候轻轻拉一下。实测对完成度提升非常明显。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系统是 Agent 真正能"用于生产"的关键。它把工程规范固化成自动执行的脚本，跑在 Agent 整个生命周期的各个事件点上。</a:t>
            </a:r>
          </a:p>
          <a:p/>
          <a:p>
            <a:r>
              <a:t>一共 14 个事件，覆盖 session 启停、消息收发、LLM 请求前后、工具执行前后、压缩前后。每个事件都可以挂载 Hook，Hook 接收 JSON 输入、返回 JSON 修改 / 拦截。</a:t>
            </a:r>
          </a:p>
          <a:p/>
          <a:p>
            <a:r>
              <a:t>给大家三个真实用例。</a:t>
            </a:r>
          </a:p>
          <a:p/>
          <a:p>
            <a:r>
              <a:t>第一个是工程规范强制。我们项目要求所有模块用 name.rs + name/ 这种布局，不能用 mod.rs。也禁止用 unwrap()、expect() 这种容易 panic 的写法。这些规则做成 Hook 挂在 post_tool_execution 上，Agent 写了违规代码立刻被拦截。</a:t>
            </a:r>
          </a:p>
          <a:p/>
          <a:p>
            <a:r>
              <a:t>第二个是回归测试守门。Agent 说"我做完了"，要触发 stop 事件。Hook 拦截这个事件去跑 fmt、clippy、test。全过才允许真正退出。</a:t>
            </a:r>
          </a:p>
          <a:p/>
          <a:p>
            <a:r>
              <a:t>第三个是变更沉淀。session 结束时自动写变更摘要到 CHANGELOG，方便后续追溯。这个对长期维护项目特别重要。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第四部分，多 Agent 协作。j-cli 支持两种协作模式。</a:t>
            </a:r>
          </a:p>
          <a:p/>
          <a:p>
            <a:r>
              <a:t>Teammate 是对等的 Agent 实例——每个都有独立的上下文窗口和工具集。它们通过 SendMessage 广播消息，用 @提及 定向通信。支持 WorkDone 声明完成，被 @self 提到可以重新激活。右上的架构图展示了三通道设计：broadcast_inbox 是每个 Teammate 的收件箱，context_messages 是注入 Main Agent LLM 上下文的通道，display_messages 是 TUI 渲染通道。</a:t>
            </a:r>
          </a:p>
          <a:p/>
          <a:p>
            <a:r>
              <a:t>SubAgent 完全不同——它是临时雇员，在独立窗口里执行任务，不能收发消息，执行完只回灌一段摘要。三份调研合计 ~71K tokens 在 SubAgent 独立窗口里消耗，主 Agent 只收到三段 1.5K 的摘要，窗口仅微增 4%。</a:t>
            </a:r>
          </a:p>
          <a:p/>
          <a:p>
            <a:r>
              <a:t>还有一个有意思的设计——客观评估。Anthropic 研究指出模型倾向偏袒自己的工作，通过聊天室让其他 Agent 交叉评审，能拿到相对客观的反馈。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这一页讲多 Agent 之间消息怎么流转、谁能看到什么。</a:t>
            </a:r>
          </a:p>
          <a:p/>
          <a:p>
            <a:r>
              <a:t>首先是三通道架构。同一逻辑消息有两种物理表示：display 通道给 TUI 渲染，用 clean text；context 通道给 Main Agent 的 LLM 上下文，用 XML-wrapped 标签标出来源。这样 Main Agent 在推理时能知道"这段话是谁说的"。</a:t>
            </a:r>
          </a:p>
          <a:p/>
          <a:p>
            <a:r>
              <a:t>然后是 SendMessage Gate——这是解决重复消息的机制。Agent Loop 是长时序的，Agent 发完消息不原地等，下一轮可能以为没发出去就重发。我的方案是：Teammate 调 SendMessage 之前，先检查 broadcast_inbox 有没有新消息到达。如果有，就 hold 住这条 SendMessage，注入 system_reminder 告诉 Agent "你在想的时候新消息到了，请重新决策"。最多重试 2 次。这不是传统的两阶段提交，而是一个重评估门控。</a:t>
            </a:r>
          </a:p>
          <a:p/>
          <a:p>
            <a:r>
              <a:t>右边的可见性表格展示了三者的信息不对称设计：Main 能看到其他 Agent 的文本和工具调用名；Teammate 只能看到广播文本；SubAgent 完全看不到其他 Agent。工具结果一律不推入其他 Agent 的上下文——因为这些执行中间过程价值低但 token 占用高。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实验一是最基础的——几个 Agent 轮流报数 1、2、3。看起来简单，但要求 Agent 不抢话、不重复、不跳号。</a:t>
            </a:r>
          </a:p>
          <a:p/>
          <a:p>
            <a:r>
              <a:t>这个实验最关键的作用是暴露问题。我做这个实验的时候发现，由于 Agent Loop 是长时序异步的，Agent 发完消息看不到自己发的，会以为没发出去再发一遍。这直接驱动了 SendMessage Gate 的设计——上一页已经讲了。</a:t>
            </a:r>
          </a:p>
          <a:p/>
          <a:p>
            <a:r>
              <a:t>论文表 7-10 的实测：10 个数字全部按序完成，顺序错误 0，唤醒失败 0，人工干预 0。SendMessage 调了 16 次比目标数多，这是协作协议的固定开销。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实验二把验证重点从"能按序发言"推进到"能否沿用同一组事实"。</a:t>
            </a:r>
          </a:p>
          <a:p/>
          <a:p>
            <a:r>
              <a:t>实验结果论文表 7-11：13 轮全部完成，偏题 0 次，人工干预 0 次——说明共享上下文确实让 Agent 能读到前文设定。</a:t>
            </a:r>
          </a:p>
          <a:p/>
          <a:p>
            <a:r>
              <a:t>有一次重复——「反转之王」这个角色被 Main 催促后重发了同样的内容。这说明协作协议可以自主完成，但仍需要消息去重和过期约束。对应到工程场景就是：多 Agent 可以共享需求和接口事实，但任务边界必须明确。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实验三是真实工程场景了——电商网页项目追加 45 项验收清单。Developer 写代码，Tester 验收。</a:t>
            </a:r>
          </a:p>
          <a:p/>
          <a:p>
            <a:r>
              <a:t>这里有个关键设计动机参考了 Anthropic 那篇 harness-design 文章——模型容易对自己的工作过度满意，让另一个 Agent 来评审才能拿到客观反馈。</a:t>
            </a:r>
          </a:p>
          <a:p/>
          <a:p>
            <a:r>
              <a:t>结果论文表 7-13：第 1 轮 41 通过 4 失败，Developer 一次性修完那 4 项，第 2 轮 45/45 全过。需求完成率 100%、协同冲突 0、重复劳动 0。两次人工干预都是流程调度层面（提醒创建 Tester、提醒启动验收），不涉及代码或需求理解。</a:t>
            </a:r>
          </a:p>
          <a:p/>
          <a:p>
            <a:r>
              <a:t>顺便提一句健壮性——LLM API 难免遇到限流、超时，我用指数退避自动处理瞬态故障（1s → 2s → 4s），不打断协作流程。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SubAgent 和 Teammate 不一样——Teammate 是平等的协作者，SubAgent 是临时雇用的调研员。</a:t>
            </a:r>
          </a:p>
          <a:p/>
          <a:p>
            <a:r>
              <a:t>核心思想是上下文隔离。主 Agent 想要了解一个未知模块，如果自己去 Read 十几个文件，主窗口会被瞬间填满几十 K token。这些原始内容里 90% 都是噪音，主 Agent 真正需要的只是一段结论。</a:t>
            </a:r>
          </a:p>
          <a:p/>
          <a:p>
            <a:r>
              <a:t>隔离体现在三个层面：上下文隔离——独立消息窗口，不继承父 Agent 历史，以 prompt 为唯一起点；工具隔离——独立 ToolRegistry，排除 Teammate 和 Agent 工具防止递归，可选 worktree 创建独立 git 工作树；结果回灌——执行完毕后只推精简摘要，工具结果不推入主 Agent 上下文。</a:t>
            </a:r>
          </a:p>
          <a:p/>
          <a:p>
            <a:r>
              <a:t>右边这张图——三个 SubAgent 并行调研，每个用掉 20-30K tokens 的独立窗口。但主 Agent 收到的只是三段总计 1.5K 的摘要。主窗口仅微增 4%，但获得了三个模块的完整理解。</a:t>
            </a:r>
          </a:p>
          <a:p/>
          <a:p>
            <a:r>
              <a:t>这就是"以较低的上下文成本了解调研目标"——也是 SubAgent 这个抽象最大的价值。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第五章讲模板代码生成引擎，重点对象是 jen。</a:t>
            </a:r>
          </a:p>
          <a:p/>
          <a:p>
            <a:r>
              <a:t>核心问题是：业务系统里有大量结构高度可预测的代码——PO/DTO/VO/DAO、CRUD 方法、列表查询。这些代码占比高、规则强，但 LLM 写起来易出错、耗 token。论文 §7.4 实测，让 LLM 直接为 51 张表生成 DAO，烧了 24M token、跑了 53 分钟。</a:t>
            </a:r>
          </a:p>
          <a:p/>
          <a:p>
            <a:r>
              <a:t>方案是把这部分代码从 LLM 生成链路里剥离——交给确定性生成器 jen。Agent 负责理解需求 + 准备输入 + 检查产物，不再逐字写模板代码。</a:t>
            </a:r>
          </a:p>
          <a:p/>
          <a:p>
            <a:r>
              <a:t>下一页详细讲 jen 的架构。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jen 的架构很清晰，四个阶段。</a:t>
            </a:r>
          </a:p>
          <a:p/>
          <a:p>
            <a:r>
              <a:t>第一阶段，输入：用户给一段 CREATE TABLE 的 SQL，或者直接连数据库让 jen 反查 schema。</a:t>
            </a:r>
          </a:p>
          <a:p/>
          <a:p>
            <a:r>
              <a:t>第二阶段，解析：我自研了一个 SQL parser，把建表语句解析成结构化的 Schema 对象——表名、字段、字段类型、主键、唯一索引、普通索引，全部提取出来。MySQL 类型到 Go 类型的映射也在这一层处理。</a:t>
            </a:r>
          </a:p>
          <a:p/>
          <a:p>
            <a:r>
              <a:t>第三阶段，渲染：有 5 个 generator——po/dto/vo/dao/tool，每个 generator 对应不同的代码层；同时支持两套框架模板——itea-go 和 gorm。模板用 Go template 写，通过 embed 打包进二进制。</a:t>
            </a:r>
          </a:p>
          <a:p/>
          <a:p>
            <a:r>
              <a:t>第四阶段，产物：输出一整套原子方法。最关键的是按索引派生方法——主键查、唯一索引查、普通索引查分别生成独立方法，这是 LLM 直接写最容易漏的部分。</a:t>
            </a:r>
          </a:p>
          <a:p/>
          <a:p>
            <a:r>
              <a:t>下一页给大家看实测对比数字。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这页是论文 §7.4 的实测数据，对象是51 张表的 DAO 代码全部生成。</a:t>
            </a:r>
          </a:p>
          <a:p/>
          <a:p>
            <a:r>
              <a:t>看几个关键数字。最显著的是过程成本——LLM 直接生成调了 LLM 582 次、跑工具 2006 次、烧了 2400 万 token、用了 53 分钟。jen + Skill 这边只调 LLM 11 次、工具 15 次、48 万 token、不到 2 分钟。token 降到 1/50、耗时降到 1/27。</a:t>
            </a:r>
          </a:p>
          <a:p/>
          <a:p>
            <a:r>
              <a:t>更重要的是质量。字段一致性从 95.7% 升到 100%；索引查询覆盖从 84.6% 升到 100%——这两个指标直接说明 LLM 写复杂场景容易丢字段、漏索引方法，而模板生成则规则稳定。</a:t>
            </a:r>
          </a:p>
          <a:p/>
          <a:p>
            <a:r>
              <a:t>compact 触发次数 67 → 0 也很说明问题：LLM 直接生成已经把 51 张表撑爆了上下文，不停在压缩。jen 这边根本不需要——因为它没让 LLM 逐字写代码。</a:t>
            </a:r>
          </a:p>
          <a:p/>
          <a:p>
            <a:r>
              <a:t>所以核心结论是：规则稳定、重复度高、易字段漂移的代码，应该交给确定性生成器，把 LLM 解放出来做需求理解和集成验收。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webapp-gen 是 §5 的第二个 Skill，目标是生成完整全栈 Web 应用。</a:t>
            </a:r>
          </a:p>
          <a:p/>
          <a:p>
            <a:r>
              <a:t>它不是"AI 一次性写完一个 App"，而是一条11 步固化工作流。给大家逐步看一下。</a:t>
            </a:r>
          </a:p>
          <a:p/>
          <a:p>
            <a:r>
              <a:t>Step 0 强制前置：git clone proj_template，先有可跑的最小骨架——React + TS + Tailwind + Go + Gin + GORM。结构完整性由模板兜底。</a:t>
            </a:r>
          </a:p>
          <a:p/>
          <a:p>
            <a:r>
              <a:t>Step 1–3 是文档驱动：先写需求，再定 API 契约（统一信封、错误码、分页、鉴权），再做前端设计。API 文档是前后端唯一契约——文档没定义的字段不允许出现在代码里。</a:t>
            </a:r>
          </a:p>
          <a:p/>
          <a:p>
            <a:r>
              <a:t>Step 4–5 是关键的反馈闭环：先用 mock 数据生成可视原型，让用户在还没写后端代码的时候就校准预期。这一步迭代多少轮都比"全做完才发现不对"便宜。论文实测案例迭代了 13 轮原型反馈。</a:t>
            </a:r>
          </a:p>
          <a:p/>
          <a:p>
            <a:r>
              <a:t>Step 6 用 jen Skill：写完 SQL schema 后调 @skill:jen，把 PO/DTO/VO/DAO 一次生成。这就是上一页对比里 jen 的实战位置。</a:t>
            </a:r>
          </a:p>
          <a:p/>
          <a:p>
            <a:r>
              <a:t>Step 7–10 后端编码 → 黑盒测试 → 前端编码 → 容器化验收。其中黑盒测试有个特别设计——三环境矩阵：本地 + podman 单容器 + 全栈 podman compose，三个环境同一份脚本都要过，避免"本地好好的容器里炸了"。</a:t>
            </a:r>
          </a:p>
          <a:p/>
          <a:p>
            <a:r>
              <a:t>整个工作流的核心思想是：把 AI 不擅长的部分交给模板，AI 只做需求理解、契约定义、增量集成。最终产物在右下角的开源仓库可以直接看。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讲完了所有设计，给大家看一下整个毕设的产出——三个 GitHub 仓库。</a:t>
            </a:r>
          </a:p>
          <a:p/>
          <a:p>
            <a:r>
              <a:t>第一个是主项目 jcli。Rust 写的，大概 24K 行代码。所有今天讲到的内容——chat 模块、工具体系、Skill 系统、Hook 系统、多 Agent 协作——都在这一个仓库里。</a:t>
            </a:r>
          </a:p>
          <a:p/>
          <a:p>
            <a:r>
              <a:t>第二个是 model_infrax，里面装的是 jen 代码生成器。Go 写的 SQL parser + 模板引擎。它本身是独立工具，但被封装成 skill 集成进 j-cli。</a:t>
            </a:r>
          </a:p>
          <a:p/>
          <a:p>
            <a:r>
              <a:t>第三个是 gradiation_artifact_demo——这是我用 j-cli 配合 webapp-gen 和 jen 这两个 skill 真实生成出来的 Web App。算是整套工具链的端到端验证。</a:t>
            </a:r>
          </a:p>
          <a:p/>
          <a:p>
            <a:r>
              <a:t>三个仓库都是开源的，MIT 协议。欢迎大家访问、star、提 issue 或者 PR。这也是我希望这个毕设能继续往下走的方向。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做个总结。这个毕设的核心贡献有四块。</a:t>
            </a:r>
          </a:p>
          <a:p/>
          <a:p>
            <a:r>
              <a:t>① 上下文窗口治理——分级窗口 + 多级压缩 + 豁免高价值消息 + 动态 System Prompt。把上下文当推荐系统优化：决策多放、中间过程少放。</a:t>
            </a:r>
          </a:p>
          <a:p/>
          <a:p>
            <a:r>
              <a:t>② 面向场景强化的工具——每个工具都是为解决具体问题而引入：Grep 主动构建上下文、Ask 防漂移、Plan 调研后清空上下文重新执行、Edit 精确替换、执行三态自动流转处理交互式命令、TodoWrite 防遗忘、Hook 14 事件守规范。</a:t>
            </a:r>
          </a:p>
          <a:p/>
          <a:p>
            <a:r>
              <a:t>③ 多 Agent 协作试验——这是这次重点重写的部分。三个实验从简到难：轮流报数验证消息层、续写接龙验证共享上下文、协作开发验证工程闭环。三组数字都在论文表里——100%、13/13、45/45。SendMessage Gate 是为解决长时序重复消息设计的关键机制。</a:t>
            </a:r>
          </a:p>
          <a:p/>
          <a:p>
            <a:r>
              <a:t>④ 模板代码生成引擎——jen 把 51 张表的实测从 24M token 降到 48 万、53 分钟降到 2 分钟、字段一致性从 95.7% 升到 100%。webapp-gen 把全栈生成固化为 11 步工作流。两者都用 Skill 按需加载，不污染上下文。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好，今天就分享到这里。做一个简单的收尾。</a:t>
            </a:r>
          </a:p>
          <a:p/>
          <a:p>
            <a:r>
              <a:t>回到最开始的那张对比图——Agent 的核心价值，就是通过上下文治理和工具调用，让 AI 自己成为物理世界（代码、终端、文件系统）和逻辑世界（LLM 思考空间）的桥梁，把人从这个循环中抽离出来。</a:t>
            </a:r>
          </a:p>
          <a:p/>
          <a:p>
            <a:r>
              <a:t>我的项目叫 j-cli，所有代码都在 GitHub 上开源。jen 代码生成工具在 model_infrax 仓库，毕设相关制品在 gradiation_artifact_demo 仓库。欢迎各位老师同学批评指正。</a:t>
            </a:r>
          </a:p>
          <a:p/>
          <a:p>
            <a:r>
              <a:t>谢谢大家！有问题可以开始提问。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